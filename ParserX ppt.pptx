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layfair Display Bold" panose="00000800000000000000" charset="0"/>
      <p:regular r:id="rId9"/>
    </p:embeddedFont>
    <p:embeddedFont>
      <p:font typeface="Playfair Display Semi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7718" y="1287837"/>
            <a:ext cx="15958290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Parser-X</a:t>
            </a:r>
          </a:p>
          <a:p>
            <a:pPr algn="ctr">
              <a:lnSpc>
                <a:spcPts val="7200"/>
              </a:lnSpc>
            </a:pPr>
            <a:r>
              <a:rPr lang="en-US" sz="60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A Web-Based Mini Compiler and Grammar Analysis Tool for Visualizing Tokens, AST, Symbol Table, and Code Optimization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62441" y="7600566"/>
            <a:ext cx="4896859" cy="2004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4"/>
              </a:lnSpc>
            </a:pPr>
            <a:r>
              <a:rPr lang="en-US" sz="4298" b="1" dirty="0">
                <a:solidFill>
                  <a:srgbClr val="EDEDED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Team Members:- Dhruv Tyagi </a:t>
            </a:r>
          </a:p>
          <a:p>
            <a:pPr algn="l">
              <a:lnSpc>
                <a:spcPts val="3894"/>
              </a:lnSpc>
            </a:pPr>
            <a:r>
              <a:rPr lang="en-US" sz="4298" b="1" dirty="0">
                <a:solidFill>
                  <a:srgbClr val="EDEDED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Shivam Aggarwal Sumedha Acharya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54866" y="5953839"/>
            <a:ext cx="8862765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~ TEAM: CD-VI-T133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1412" y="2626255"/>
            <a:ext cx="14754781" cy="8656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1"/>
              </a:lnSpc>
            </a:pPr>
            <a:r>
              <a:rPr lang="en-US" sz="4091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1. To build a simple mini compiler that helps understand how a computer reads and processes code by implementing each stage in practice.</a:t>
            </a:r>
          </a:p>
          <a:p>
            <a:pPr algn="l">
              <a:lnSpc>
                <a:spcPts val="4471"/>
              </a:lnSpc>
            </a:pPr>
            <a:endParaRPr lang="en-US" sz="4091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471"/>
              </a:lnSpc>
            </a:pPr>
            <a:endParaRPr lang="en-US" sz="4091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471"/>
              </a:lnSpc>
            </a:pPr>
            <a:r>
              <a:rPr lang="en-US" sz="4091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2. To perform lexical, syntax, and semantic analysis to ensure the program is correctly structured and logically valid.</a:t>
            </a:r>
          </a:p>
          <a:p>
            <a:pPr algn="l">
              <a:lnSpc>
                <a:spcPts val="4471"/>
              </a:lnSpc>
            </a:pPr>
            <a:endParaRPr lang="en-US" sz="4091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471"/>
              </a:lnSpc>
            </a:pPr>
            <a:endParaRPr lang="en-US" sz="4091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471"/>
              </a:lnSpc>
            </a:pPr>
            <a:r>
              <a:rPr lang="en-US" sz="4091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 To create a user-friendly interface that displays each stage of compilation clearly, providing a practical, step-by-step understanding of how a compiler works.</a:t>
            </a:r>
          </a:p>
          <a:p>
            <a:pPr algn="l">
              <a:lnSpc>
                <a:spcPts val="4471"/>
              </a:lnSpc>
            </a:pPr>
            <a:endParaRPr lang="en-US" sz="4091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471"/>
              </a:lnSpc>
            </a:pPr>
            <a:endParaRPr lang="en-US" sz="4091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471"/>
              </a:lnSpc>
            </a:pPr>
            <a:endParaRPr lang="en-US" sz="4091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50457" y="395754"/>
            <a:ext cx="7017594" cy="1750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17"/>
              </a:lnSpc>
            </a:pPr>
            <a:r>
              <a:rPr lang="en-US" sz="10227" b="1">
                <a:solidFill>
                  <a:srgbClr val="EDEDED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8104" y="2781370"/>
            <a:ext cx="11399777" cy="616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C Language → Compiler Engine </a:t>
            </a: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Python (Flask) → Backend API Layer </a:t>
            </a: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HTML → Structure of UI </a:t>
            </a: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CSS → Styling / Look &amp; Feel </a:t>
            </a: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JavaScript → Frontend Interaction </a:t>
            </a: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JSON → Data Exchange Format</a:t>
            </a: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marL="571500" indent="-571500">
              <a:lnSpc>
                <a:spcPts val="3738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Executable / Subprocess → Connect Python ↔ C Compiler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48639" y="637908"/>
            <a:ext cx="14141698" cy="1750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17"/>
              </a:lnSpc>
            </a:pPr>
            <a:r>
              <a:rPr lang="en-US" sz="10227" b="1">
                <a:solidFill>
                  <a:srgbClr val="EDEDE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TECHNOLOGY STACK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34906" y="3098419"/>
            <a:ext cx="13884345" cy="6206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1"/>
              </a:lnSpc>
            </a:pPr>
            <a:r>
              <a:rPr lang="en-US" sz="3999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1. To develop a simple mini compiler for a custom programming language that demonstrates how code is processed internally through lexical, syntax, and semantic analysis.</a:t>
            </a:r>
          </a:p>
          <a:p>
            <a:pPr algn="l">
              <a:lnSpc>
                <a:spcPts val="4371"/>
              </a:lnSpc>
            </a:pPr>
            <a:endParaRPr lang="en-US" sz="3999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371"/>
              </a:lnSpc>
            </a:pPr>
            <a:endParaRPr lang="en-US" sz="3999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371"/>
              </a:lnSpc>
            </a:pPr>
            <a:r>
              <a:rPr lang="en-US" sz="3999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2. To provide a step-by-step visualization of the compilation process, helping users connect theory with practical implementation and understand compiler concepts more clearly.</a:t>
            </a:r>
          </a:p>
          <a:p>
            <a:pPr algn="l">
              <a:lnSpc>
                <a:spcPts val="4371"/>
              </a:lnSpc>
            </a:pPr>
            <a:endParaRPr lang="en-US" sz="3999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371"/>
              </a:lnSpc>
            </a:pPr>
            <a:endParaRPr lang="en-US" sz="3999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  <a:p>
            <a:pPr algn="l">
              <a:lnSpc>
                <a:spcPts val="4371"/>
              </a:lnSpc>
            </a:pPr>
            <a:endParaRPr lang="en-US" sz="3999" dirty="0">
              <a:solidFill>
                <a:srgbClr val="EDEDED"/>
              </a:solidFill>
              <a:latin typeface="Times New Roman" panose="02020603050405020304" pitchFamily="18" charset="0"/>
              <a:ea typeface="Playfair Display"/>
              <a:cs typeface="Times New Roman" panose="02020603050405020304" pitchFamily="18" charset="0"/>
              <a:sym typeface="Playfair Display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547416" y="637908"/>
            <a:ext cx="9632156" cy="1750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17"/>
              </a:lnSpc>
            </a:pPr>
            <a:r>
              <a:rPr lang="en-US" sz="10227" b="1">
                <a:solidFill>
                  <a:srgbClr val="EDEDE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PROJECT IDEA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2286005" y="-2037164"/>
            <a:ext cx="3941207" cy="5750195"/>
            <a:chOff x="0" y="0"/>
            <a:chExt cx="3941216" cy="5750192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3424179" cy="5623173"/>
            </a:xfrm>
            <a:custGeom>
              <a:avLst/>
              <a:gdLst/>
              <a:ahLst/>
              <a:cxnLst/>
              <a:rect l="l" t="t" r="r" b="b"/>
              <a:pathLst>
                <a:path w="3424179" h="5623173">
                  <a:moveTo>
                    <a:pt x="0" y="0"/>
                  </a:moveTo>
                  <a:lnTo>
                    <a:pt x="0" y="5623173"/>
                  </a:lnTo>
                  <a:lnTo>
                    <a:pt x="3424179" y="5623173"/>
                  </a:lnTo>
                  <a:lnTo>
                    <a:pt x="342417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63500"/>
              <a:ext cx="3814197" cy="5564118"/>
            </a:xfrm>
            <a:custGeom>
              <a:avLst/>
              <a:gdLst/>
              <a:ahLst/>
              <a:cxnLst/>
              <a:rect l="l" t="t" r="r" b="b"/>
              <a:pathLst>
                <a:path w="3814197" h="5564118">
                  <a:moveTo>
                    <a:pt x="0" y="5564118"/>
                  </a:moveTo>
                  <a:lnTo>
                    <a:pt x="3814197" y="5564118"/>
                  </a:lnTo>
                  <a:lnTo>
                    <a:pt x="38141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4256608" y="53683"/>
            <a:ext cx="10602367" cy="1750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17"/>
              </a:lnSpc>
            </a:pPr>
            <a:r>
              <a:rPr lang="en-US" sz="10227" b="1">
                <a:solidFill>
                  <a:srgbClr val="EDEDE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ARCHITECTURE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867AB-144B-5DFD-DDAB-47B40D05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02" y="2047386"/>
            <a:ext cx="6296844" cy="75280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207ED4-2AEC-2CAA-AADD-23A9CD0C6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599" y="2324100"/>
            <a:ext cx="8810465" cy="69746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65043" y="3627349"/>
            <a:ext cx="14798764" cy="5351936"/>
            <a:chOff x="0" y="0"/>
            <a:chExt cx="19731685" cy="71359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31737" cy="7135876"/>
            </a:xfrm>
            <a:custGeom>
              <a:avLst/>
              <a:gdLst/>
              <a:ahLst/>
              <a:cxnLst/>
              <a:rect l="l" t="t" r="r" b="b"/>
              <a:pathLst>
                <a:path w="19731737" h="7135876">
                  <a:moveTo>
                    <a:pt x="0" y="0"/>
                  </a:moveTo>
                  <a:lnTo>
                    <a:pt x="19731737" y="0"/>
                  </a:lnTo>
                  <a:lnTo>
                    <a:pt x="19731737" y="7135876"/>
                  </a:lnTo>
                  <a:lnTo>
                    <a:pt x="0" y="713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211429" y="4293029"/>
            <a:ext cx="4726572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1"/>
              </a:lnSpc>
            </a:pPr>
            <a:r>
              <a:rPr lang="en-US" sz="3783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Dhruv Tyagi</a:t>
            </a:r>
          </a:p>
          <a:p>
            <a:pPr algn="l">
              <a:lnSpc>
                <a:spcPts val="4041"/>
              </a:lnSpc>
            </a:pPr>
            <a:r>
              <a:rPr lang="en-US" sz="3783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Lexical Analyzer</a:t>
            </a:r>
          </a:p>
          <a:p>
            <a:pPr algn="l">
              <a:lnSpc>
                <a:spcPts val="4041"/>
              </a:lnSpc>
            </a:pPr>
            <a:r>
              <a:rPr lang="en-US" sz="3783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Implement token identification using Python and Regex.</a:t>
            </a:r>
          </a:p>
          <a:p>
            <a:pPr algn="l">
              <a:lnSpc>
                <a:spcPts val="4041"/>
              </a:lnSpc>
            </a:pPr>
            <a:r>
              <a:rPr lang="en-US" sz="3783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Detect lexical errors and generate token list.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80900" y="4392212"/>
            <a:ext cx="4890145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708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Shivam Aggarwal</a:t>
            </a:r>
          </a:p>
          <a:p>
            <a:pPr algn="l">
              <a:lnSpc>
                <a:spcPts val="3960"/>
              </a:lnSpc>
            </a:pPr>
            <a:r>
              <a:rPr lang="en-US" sz="3708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Syntax Analyzer</a:t>
            </a:r>
          </a:p>
          <a:p>
            <a:pPr algn="l">
              <a:lnSpc>
                <a:spcPts val="3960"/>
              </a:lnSpc>
            </a:pPr>
            <a:r>
              <a:rPr lang="en-US" sz="3708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Design grammar rules and implement the parser.</a:t>
            </a:r>
          </a:p>
          <a:p>
            <a:pPr algn="l">
              <a:lnSpc>
                <a:spcPts val="3960"/>
              </a:lnSpc>
            </a:pPr>
            <a:r>
              <a:rPr lang="en-US" sz="3708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Check program structure and detect syntax errors.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14541" y="4302554"/>
            <a:ext cx="5318684" cy="379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5"/>
              </a:lnSpc>
            </a:pPr>
            <a:r>
              <a:rPr lang="en-US" sz="3432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Sumedha</a:t>
            </a:r>
          </a:p>
          <a:p>
            <a:pPr algn="l">
              <a:lnSpc>
                <a:spcPts val="3665"/>
              </a:lnSpc>
            </a:pPr>
            <a:r>
              <a:rPr lang="en-US" sz="3432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Semantic Analyzer &amp; Integration</a:t>
            </a:r>
          </a:p>
          <a:p>
            <a:pPr algn="l">
              <a:lnSpc>
                <a:spcPts val="3665"/>
              </a:lnSpc>
            </a:pPr>
            <a:r>
              <a:rPr lang="en-US" sz="3432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Implement type checking and manage the symbol table.</a:t>
            </a:r>
          </a:p>
          <a:p>
            <a:pPr algn="l">
              <a:lnSpc>
                <a:spcPts val="3665"/>
              </a:lnSpc>
            </a:pPr>
            <a:r>
              <a:rPr lang="en-US" sz="3432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• Detect semantic errors and integrate all modules with testing.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13941" y="1018680"/>
            <a:ext cx="12624064" cy="267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49"/>
              </a:lnSpc>
            </a:pPr>
            <a:r>
              <a:rPr lang="en-US" sz="10227" b="1">
                <a:solidFill>
                  <a:srgbClr val="EDEDE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ROLES AND RESPONSIBILITIES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03457" y="2781361"/>
            <a:ext cx="10081086" cy="50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98"/>
              </a:lnSpc>
            </a:pPr>
            <a:r>
              <a:rPr lang="en-US" sz="19248" dirty="0">
                <a:solidFill>
                  <a:srgbClr val="EDEDED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287</Words>
  <Application>Microsoft Office PowerPoint</Application>
  <PresentationFormat>Custom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Playfair Display Semi-Bold</vt:lpstr>
      <vt:lpstr>Arial</vt:lpstr>
      <vt:lpstr>Playfair Display Bold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DOC-20260409-WA0009..pdf</dc:title>
  <cp:lastModifiedBy>Dhruv Tyagi</cp:lastModifiedBy>
  <cp:revision>5</cp:revision>
  <dcterms:created xsi:type="dcterms:W3CDTF">2006-08-16T00:00:00Z</dcterms:created>
  <dcterms:modified xsi:type="dcterms:W3CDTF">2026-04-30T03:22:48Z</dcterms:modified>
  <dc:identifier>DAHIQtZ5ZWw</dc:identifier>
</cp:coreProperties>
</file>